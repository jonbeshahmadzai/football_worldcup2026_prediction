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141B3-05F9-483D-81FE-96FD0CADEE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35E46-C7DE-4F36-9678-80C4FD89E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600BA29-E455-4C4B-B07A-21F140C23FC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2026-06-30T11:11:40Z</dcterms:created>
  <dc:creator/>
  <dc:description/>
  <dc:language>en-US</dc:language>
  <cp:lastModifiedBy/>
  <dcterms:modified xsi:type="dcterms:W3CDTF">2026-06-30T11:11:41Z</dcterms:modified>
  <cp:revision>1</cp:revision>
  <dc:subject/>
  <dc:title/>
</cp:coreProperties>
</file>